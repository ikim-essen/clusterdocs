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24F"/>
                </a:solidFill>
              </a:rPr>
              <a:t>Shiny, Jupyter, and governed project apps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24231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5466"/>
                </a:solidFill>
              </a:rPr>
              <a:t>From a safe interactive session to a reviewed web service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3154680"/>
            <a:ext cx="3840480" cy="0"/>
          </a:xfrm>
          <a:prstGeom prst="line">
            <a:avLst/>
          </a:prstGeom>
          <a:noFill/>
          <a:ln w="38100">
            <a:solidFill>
              <a:srgbClr val="2A7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080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080"/>
                </a:solidFill>
              </a:rPr>
              <a:t>RCC ClusterDocs 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Two modes: development and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E8F0FE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380744"/>
            <a:ext cx="387705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Development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Single learner or developer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Slurm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SSH tunnel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Loopback only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23444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2E8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380744"/>
            <a:ext cx="387705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Governed service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Project 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Gateway authentication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Project-group authorization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Reviewed data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32120" y="2606040"/>
            <a:ext cx="685800" cy="594360"/>
          </a:xfrm>
          <a:prstGeom prst="chevron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A working demo does not automatically become a production site.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Safe data patterns for web apps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EAF7EA">
              <a:alpha val="92000"/>
            </a:srgbClr>
          </a:solidFill>
          <a:ln w="12700">
            <a:solidFill>
              <a:srgbClr val="EAF7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161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Good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05156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FE8E8">
              <a:alpha val="92000"/>
            </a:srgbClr>
          </a:solidFill>
          <a:ln w="12700">
            <a:solidFill>
              <a:srgbClr val="FF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1161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Avoid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Read-only database views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Curated result collections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Opaque file identifiers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Upload staging area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Heavy work through Slurm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20840" y="16002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Raw project directory browser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User-supplied filesystem paths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Secrets in app code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Long computation inside requests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D2B38"/>
                </a:solidFill>
              </a:rPr>
              <a:t>Shared project passwords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Application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5156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19786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Check trusted identity headers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02082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Verify project group again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84378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Validate every 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66674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Log user-visible 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343400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48970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B38"/>
                </a:solidFill>
              </a:rPr>
              <a:t>Return request IDs, not stack traces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The gateway authenticates the user. The application still protects its own data model.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Shiny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2743200"/>
            <a:ext cx="9601200" cy="0"/>
          </a:xfrm>
          <a:prstGeom prst="line">
            <a:avLst/>
          </a:prstGeom>
          <a:noFill/>
          <a:ln w="38100">
            <a:solidFill>
              <a:srgbClr val="2A7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487168"/>
            <a:ext cx="530352" cy="530352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</a:rPr>
              <a:t>local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54680" y="2487168"/>
            <a:ext cx="530352" cy="530352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</a:rPr>
              <a:t>Slurm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487168"/>
            <a:ext cx="530352" cy="530352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</a:rPr>
              <a:t>data review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2487168"/>
            <a:ext cx="530352" cy="530352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</a:rPr>
              <a:t>vhost request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49840" y="2487168"/>
            <a:ext cx="530352" cy="530352"/>
          </a:xfrm>
          <a:prstGeom prst="ellipse">
            <a:avLst/>
          </a:prstGeom>
          <a:solidFill>
            <a:srgbClr val="2A7A80"/>
          </a:solidFill>
          <a:ln w="12700">
            <a:solidFill>
              <a:srgbClr val="2A7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2980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324F"/>
                </a:solidFill>
              </a:rPr>
              <a:t>governed 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At every stage: no direct project-directory browsing and no account sharing.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</a:rPr>
              <a:t>Gate before production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25880" y="1170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Project lead identified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User group defined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Data source reviewed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12280" y="1170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Resource limits estimated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12280" y="2313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Support contact named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7A80"/>
                </a:solidFill>
              </a:rPr>
              <a:t>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1228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2B38"/>
                </a:solidFill>
              </a:rPr>
              <a:t>Review date recorded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If heavy work is needed, the request must state how Slurm will run it.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8408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4"/>
                </a:solidFill>
              </a:rPr>
              <a:t>Class deck ·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IKIM / RCC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RCC user training</dc:subject>
  <dc:creator>RCC ClusterDocs NG</dc:creator>
  <cp:lastModifiedBy>RCC ClusterDocs NG</cp:lastModifiedBy>
  <cp:revision>1</cp:revision>
  <dcterms:created xsi:type="dcterms:W3CDTF">2026-07-19T13:14:52Z</dcterms:created>
  <dcterms:modified xsi:type="dcterms:W3CDTF">2026-07-19T13:14:52Z</dcterms:modified>
</cp:coreProperties>
</file>